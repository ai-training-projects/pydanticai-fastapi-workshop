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4A574"/>
                </a:solidFill>
                <a:latin typeface="Calibri"/>
              </a:defRPr>
            </a:pPr>
            <a:r>
              <a:t>Claude Code Workshop</a:t>
            </a:r>
          </a:p>
          <a:p>
            <a:pPr algn="ctr">
              <a:spcBef>
                <a:spcPts val="1600"/>
              </a:spcBef>
              <a:defRPr sz="2400" b="0">
                <a:solidFill>
                  <a:srgbClr val="C49A6C"/>
                </a:solidFill>
                <a:latin typeface="Calibri"/>
              </a:defRPr>
            </a:pPr>
            <a:r>
              <a:t>From Beginner to Intermediate</a:t>
            </a:r>
            <a:br/>
            <a:br/>
            <a:r>
              <a:t>An interactive, hands-on session with a real codebase</a:t>
            </a:r>
            <a:br/>
            <a:br/>
            <a:r>
              <a:t>~95 minutes  |  9 exercises  |  Live coding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Agenda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Part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Topics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1. Foundations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Launch, explore, edit, recover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25 min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 Configuration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CLAUDE.md, settings, permissions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 min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 Automation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Hooks, custom skills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 min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4. Advanced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Subagents, MCP, context management, real-world workflow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 min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Wrap-up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Quick wins, Q&amp;A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 min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Setup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claude --version         # Claude Code installed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python --version         # Python 3.11+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uv --version             # uv package manager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git clone https://github.com/zachschillaci27/claude-code-workshop.git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cd claude-code-workshop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uv sync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uv run pytest            # 18 tests should pass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574"/>
                </a:solidFill>
                <a:latin typeface="Calibri"/>
              </a:defRPr>
            </a:pPr>
            <a:r>
              <a:t>Part 1</a:t>
            </a:r>
          </a:p>
          <a:p>
            <a:pPr algn="ctr">
              <a:spcBef>
                <a:spcPts val="1600"/>
              </a:spcBef>
              <a:defRPr sz="2400" b="0">
                <a:solidFill>
                  <a:srgbClr val="C49A6C"/>
                </a:solidFill>
                <a:latin typeface="Calibri"/>
              </a:defRPr>
            </a:pPr>
            <a:r>
              <a:t>Foundations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Exercise 1 — 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What is Claude Code?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An agentic coding assistant in your terminal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Not autocomplete — it takes multi-step actions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Reads, searches, edits files, runs commands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You approve each action (unless configured otherwise)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claude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Core Tools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Read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Read file contents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Edit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Modify existing files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Write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Create new files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Bash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Run shell commands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Grep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Search file contents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Glob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Find files by pattern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Try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Watch how Claude reads first, then edits, and asks for permission.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"What does this project do?"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"Show me all the API endpoints"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"Run the tests"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"Add a description field to the /health endpoint"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Essential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@-mentions — Point Claude at a file directly: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  "Look at @src/taskflow/models.py and add a due_date field"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Interrupt — Ctrl+C stops Claude mid-action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Multi-line — Shift+Enter for longer prompts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Permission modes — Shift+Tab cycles through: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  default -&gt; acceptEdits -&gt; plan -&gt; ...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Plan mode = read-only. Claude designs but doesn't change anything.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Essential Session Commands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Command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/context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Show context window usage (%)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/compact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Summarize history, free up space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/memory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View / edit persistent memory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claude --continue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Resume your last session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claude --resume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Pick from previous sessions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574"/>
                </a:solidFill>
                <a:latin typeface="Calibri"/>
              </a:defRPr>
            </a:pPr>
            <a:r>
              <a:t>Part 2</a:t>
            </a:r>
          </a:p>
          <a:p>
            <a:pPr algn="ctr">
              <a:spcBef>
                <a:spcPts val="1600"/>
              </a:spcBef>
              <a:defRPr sz="2400" b="0">
                <a:solidFill>
                  <a:srgbClr val="C49A6C"/>
                </a:solidFill>
                <a:latin typeface="Calibri"/>
              </a:defRPr>
            </a:pPr>
            <a:r>
              <a:t>Configuration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Exercise 2 —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The single most impactful file for productivity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Claude reads it at the start of every session. It tells Claude: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- How to build and test your project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- Code conventions to follow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- Architecture overview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- Common workflows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File locations: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./CLAUDE.md              — Project (shared via git)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./.claude/CLAUDE.md      — Alt project location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~/.claude/CLAUDE.md      — User (personal, all projects)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What to Put in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 TaskFlow API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## Build &amp; Run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Install: `uv sync`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Run tests: `uv run pytest`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Lint: `uv run ruff check src/ tests/`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## Code Conventions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Use type hints on all function signatures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Prefer `str | None` over `Optional[str]`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Keep endpoint handlers thin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## Architecture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src/taskflow/main.py  — FastAPI entry point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 src/taskflow/models.py — Pydantic models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The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Without CLAUDE.md: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Claude guesses at conventions, might use wrong commands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With CLAUDE.md: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Claude follows your team's standards automatically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Try it: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"Create a new endpoint to get tasks by tag"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Check: Type hints? /api/v1/ prefix? 404 handling?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Bootstrap with /init — Claude analyzes your codebase and generates 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Exercise 3 — Settings &amp; Permissions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Settings enforce behavior. CLAUDE.md guides behavior.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.claude/settings.json        — Project (shared via git)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.claude/settings.local.json  — Local (gitignored)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~/.claude/settings.json      — User (personal)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The mental model: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allow = auto-approve (no permission prompt)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deny  = block entirely (Claude gets error feedback)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neither = prompt the user each 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Permission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Pattern syntax: ToolName(glob pattern)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"permissions": {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"allow": [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  "Read", "Glob", "Grep",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  "Bash(uv *)", "Bash(git *)"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],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"deny": [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  "Bash(rm -rf *)",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  "Edit(.env*)"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  ]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574"/>
                </a:solidFill>
                <a:latin typeface="Calibri"/>
              </a:defRPr>
            </a:pPr>
            <a:r>
              <a:t>Part 3</a:t>
            </a:r>
          </a:p>
          <a:p>
            <a:pPr algn="ctr">
              <a:spcBef>
                <a:spcPts val="1600"/>
              </a:spcBef>
              <a:defRPr sz="2400" b="0">
                <a:solidFill>
                  <a:srgbClr val="C49A6C"/>
                </a:solidFill>
                <a:latin typeface="Calibri"/>
              </a:defRPr>
            </a:pPr>
            <a:r>
              <a:t>Automation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Exercise 4 — Hooks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Event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When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Use For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PreToolUse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Before a tool runs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Block dangerous actions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PostToolUse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After a tool succeeds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Auto-format, lint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Notification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Claude needs attention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Desktop alerts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SessionStart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Session begins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Load env vars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Hook Examples in 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Auto-format after every edit (PostToolUse):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ruff format + ruff check --fix runs automatically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Block hardcoded secrets (PreToolUse):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.claude/hooks/block-hardcoded-keys.sh checks for password/token patterns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Exit code 2 = block, stderr becomes Claude's feedback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Hook I/O: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Input: JSON on stdin with tool_name, tool_input, session_id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Exit 0 = proceed  |  Exit 2 = block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Demo: Hooks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Auto-format: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"Add a function to utils.py with really bad formatting"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 -&gt; ruff fixes it automatically after Claude writes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"Add DATABASE_URL = 'postgresql://admin:secret@prod:5432/db'"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 -&gt; Hook blocks the write! Claude gets feedback.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Exercise 5 — Custom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Reusable workflows as /slash-commands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.claude/skills/&lt;name&gt;/SKILL.md    — Project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~/.claude/skills/&lt;name&gt;/SKILL.md  —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---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name: review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description: Review code for quality and security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argument-hint: "[file-or-directory]"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allowed-tools: Read, Grep, Glob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model: sonnet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effort: high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---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Review $ARGUMENTS against the project's coding standards.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Skill Frontmatter Fields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Slash command identifier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When to use (shown in / menu)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argument-hint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Autocomplete hint, e.g. "[filename]"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allowed-tools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Restrict tool access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model / effort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Cost/quality tradeoffs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disable-model-invocation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true = pure shell, no AI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user-invocable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false = hidden from menu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context: fork + agent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Delegate to a subagent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paths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Auto-load only for matching files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Try the Pre-Built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/review src/taskflow/routers/tasks.py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 -&gt; Structured code review against project standards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/test-coverage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 -&gt; Finds untested functions, suggests test cases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/add-endpoint "GET /api/v1/tasks/search - search by title"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 -&gt; Scaffolds endpoint + database method + tests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574"/>
                </a:solidFill>
                <a:latin typeface="Calibri"/>
              </a:defRPr>
            </a:pPr>
            <a:r>
              <a:t>Part 4</a:t>
            </a:r>
          </a:p>
          <a:p>
            <a:pPr algn="ctr">
              <a:spcBef>
                <a:spcPts val="1600"/>
              </a:spcBef>
              <a:defRPr sz="2400" b="0">
                <a:solidFill>
                  <a:srgbClr val="C49A6C"/>
                </a:solidFill>
                <a:latin typeface="Calibri"/>
              </a:defRPr>
            </a:pPr>
            <a:r>
              <a:t>Advanced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Exercise 6 — Subagents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Built-in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Tools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Use For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Explore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Haiku (fast)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Read-only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Search, analyze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Plan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Inherited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Read-only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Design strategy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general-purpose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Inherited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All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Complex tasks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Agent Frontmatter Fields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name / description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Identity (required)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tools / disallowedTools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Allow/deny tools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haiku, sonnet, opus, inherit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effort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low, medium, high, max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maxTurns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Limit agentic turns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memory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user, project, local — persistent learning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skills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Preload skills into context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permissionMode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default, plan, acceptEdits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isolation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worktree — isolated git worktree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background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true = always run in background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This Project's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Researcher — fast, cheap, read-only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model: haiku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effort: low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maxTurns: 10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memory: project         # learns across sessions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disallowedTools: Write, Edit, Bash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# Reviewer — thorough code review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model: sonnet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effort: high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maxTurns: 15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skills: review          # preloads /review skill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disallowedTools: Write, Edit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Exercise 7 — MCP Servers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Connect Claude to external tools and services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External MCP servers require network access — may be restricted by sandbox policies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Two transport types: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// HTTP (remote endpoint)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{ "type": "http", "url": "https://api.example.com/mcp",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"headers": { "Authorization": "Bearer ${TOKEN}" } }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// stdio (local subprocess)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{ "type": "stdio", "command": "npx",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 "args": ["-y", "@modelcontextprotocol/server-filesystem", "/tmp"] 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Exercise 8 — Context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Keep long sessions productive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Claude has a ~200K token context window. It fills up fast: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Monitor, Compact,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Check usage: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/context          — shows current % used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Free up space: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/compact          — summarizes history (do this proactively at ~70%)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Auto-compaction triggers at ~95% — less precise, don't wait for it.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Persist facts across sessions: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/memory           — opens auto-memory files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Saves to ~/.claude/projects/&lt;path&gt;/memory/MEMORY.md — loaded every session.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Context Strategy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Situation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Between major tasks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/compact to clear noise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Context &gt; 70%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/compact proactively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Context &gt; 90%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New session + claude --continue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Large read-only research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Use an Explore subagent (isolated context)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Convention Claude keeps forgetting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Add to /memory or CLAUDE.md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Exercise 9 — Real-World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Putting it all together: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1. Branch — create a feature branch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2. Read existing code (Grep, Read)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3. Plan the approach (may use Plan agent)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4. Edit database.py (hook: auto-formats)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5. Edit tasks.py (hook: auto-formats)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6. Write tests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7. Run tests (Bash)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8. Commit &amp; push — then open a PR for review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Branch workflow + CLAUDE.md conventions + hooks +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"Add a search endpoint for tasks — case-insensitive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substring match on title and description via query</a:t>
            </a:r>
          </a:p>
          <a:p>
            <a:pPr>
              <a:spcBef>
                <a:spcPts val="200"/>
              </a:spcBef>
              <a:defRPr sz="1400">
                <a:solidFill>
                  <a:srgbClr val="E8C47C"/>
                </a:solidFill>
                <a:latin typeface="Consolas"/>
              </a:defRPr>
            </a:pPr>
            <a:r>
              <a:t> param 'q'. Update database, endpoint, and tests."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574"/>
                </a:solidFill>
                <a:latin typeface="Calibri"/>
              </a:defRPr>
            </a:pPr>
            <a:r>
              <a:t>Wrap-Up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Quick Wins to Take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Today: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1. Add CLAUDE.md to your projects — biggest ROI, 5 minutes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This week: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2. Configure settings — allow pytest/git, deny rm -rf/.env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3. Create one skill for your most repeated workflow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This month: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4. Add hooks — auto-format, secret detection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5. Create custom agents for your team's review/research needs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The Configuration Landscape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574"/>
                          </a:solidFill>
                          <a:latin typeface="Calibri"/>
                        </a:defRPr>
                      </a:pPr>
                      <a:r>
                        <a:t>Guides vs Enforces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CLAUDE.md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./CLAUDE.md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Guides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Settings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.claude/settings.json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Enforces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Hooks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 settings.json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Enforces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Skills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.claude/skills/*/SKILL.md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Guides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Agents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.claude/agents/*.md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Both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.mcp.json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Extends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Memory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~/.claude/projects/*/memory/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Persists</a:t>
                      </a:r>
                    </a:p>
                  </a:txBody>
                  <a:tcPr>
                    <a:solidFill>
                      <a:srgbClr val="1E1E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574"/>
                </a:solidFill>
                <a:latin typeface="Calibri"/>
              </a:defRPr>
            </a:pP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E0E0E0"/>
                </a:solidFill>
                <a:latin typeface="Calibri"/>
              </a:defRPr>
            </a:pPr>
            <a:r>
              <a:t>Docs: https://code.claude.com/docs/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Report issues: https://github.com/anthropics/claude-code/issues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Exercises: exercises/ directory for self-paced review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Platforms:</a:t>
            </a:r>
          </a:p>
          <a:p>
            <a:pPr>
              <a:spcBef>
                <a:spcPts val="800"/>
              </a:spcBef>
              <a:defRPr sz="1800" b="0">
                <a:solidFill>
                  <a:srgbClr val="E0E0E0"/>
                </a:solidFill>
                <a:latin typeface="Calibri"/>
              </a:defRPr>
            </a:pPr>
            <a:r>
              <a:t>  Terminal  |  VS Code extension  |  JetBrains plugin  |  Web app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4A574"/>
                </a:solidFill>
                <a:latin typeface="Calibri"/>
              </a:defRPr>
            </a:pPr>
            <a:r>
              <a:t>Questions?</a:t>
            </a:r>
          </a:p>
          <a:p>
            <a:pPr algn="ctr">
              <a:spcBef>
                <a:spcPts val="1600"/>
              </a:spcBef>
              <a:defRPr sz="2400" b="0">
                <a:solidFill>
                  <a:srgbClr val="C49A6C"/>
                </a:solidFill>
                <a:latin typeface="Calibri"/>
              </a:defRPr>
            </a:pPr>
            <a:r>
              <a:t>claude</a:t>
            </a:r>
            <a:br/>
            <a:r>
              <a:t>&gt; "What should I ask about Claude Code?"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